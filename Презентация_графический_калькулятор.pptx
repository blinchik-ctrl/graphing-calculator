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8"/>
    <p:restoredTop sz="94635"/>
  </p:normalViewPr>
  <p:slideViewPr>
    <p:cSldViewPr snapToGrid="0">
      <p:cViewPr varScale="1">
        <p:scale>
          <a:sx n="120" d="100"/>
          <a:sy n="120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78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47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0082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362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11/18/25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365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11/18/25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243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11/18/25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179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911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699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76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0195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6840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8" r:id="rId6"/>
    <p:sldLayoutId id="2147483703" r:id="rId7"/>
    <p:sldLayoutId id="2147483704" r:id="rId8"/>
    <p:sldLayoutId id="2147483705" r:id="rId9"/>
    <p:sldLayoutId id="2147483707" r:id="rId10"/>
    <p:sldLayoutId id="2147483706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137E72-6EDB-B723-9492-825ABCC73C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117" y="952500"/>
            <a:ext cx="4124557" cy="352425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4900" dirty="0"/>
              <a:t>Графический калькулятор на </a:t>
            </a:r>
            <a:r>
              <a:rPr lang="en" sz="4900" dirty="0"/>
              <a:t>Python</a:t>
            </a:r>
            <a:endParaRPr lang="ru-RU" sz="49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2D508B3-A66C-833E-D929-8DC211635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2088" y="4882722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96808BEC-5E56-3859-7368-8F00E72F29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160" r="-1" b="-1"/>
          <a:stretch>
            <a:fillRect/>
          </a:stretch>
        </p:blipFill>
        <p:spPr>
          <a:xfrm>
            <a:off x="5261956" y="10"/>
            <a:ext cx="693004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19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5FBE25-7E4C-788A-CB1F-9A3DA9593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Используемые библиотеки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A3D9761D-F20E-50BD-B0F7-32CB0839C0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2152"/>
          <a:stretch>
            <a:fillRect/>
          </a:stretch>
        </p:blipFill>
        <p:spPr>
          <a:xfrm>
            <a:off x="5066217" y="1412086"/>
            <a:ext cx="6485703" cy="4033828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33892453-B6E2-F3F0-E5F4-EE855A60AE0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" dirty="0"/>
              <a:t>Python</a:t>
            </a:r>
          </a:p>
          <a:p>
            <a:r>
              <a:rPr lang="en" dirty="0"/>
              <a:t>PyQt6 - </a:t>
            </a:r>
            <a:r>
              <a:rPr lang="ru-RU" dirty="0"/>
              <a:t>интерфейс</a:t>
            </a:r>
          </a:p>
          <a:p>
            <a:r>
              <a:rPr lang="en" dirty="0" err="1"/>
              <a:t>PyQtGraph</a:t>
            </a:r>
            <a:r>
              <a:rPr lang="en" dirty="0"/>
              <a:t> - </a:t>
            </a:r>
            <a:r>
              <a:rPr lang="ru-RU" dirty="0"/>
              <a:t>графики</a:t>
            </a:r>
          </a:p>
          <a:p>
            <a:r>
              <a:rPr lang="en" dirty="0"/>
              <a:t>NumPy - </a:t>
            </a:r>
            <a:r>
              <a:rPr lang="ru-RU" dirty="0"/>
              <a:t>вычисления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55589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5E308A-EE78-EBF0-CC32-E40C2190F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Интерфейс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4F3A443-4418-5FCA-8510-BD2B2FA4FE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37125" y="1631758"/>
            <a:ext cx="6594475" cy="396437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6F52821D-0873-9CF6-73C2-D7316B259976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640080" y="3211358"/>
            <a:ext cx="3531326" cy="2748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1800" dirty="0"/>
              <a:t>Левая панель - управление функциями</a:t>
            </a:r>
          </a:p>
          <a:p>
            <a:r>
              <a:rPr lang="ru-RU" sz="1800" dirty="0"/>
              <a:t>Правая панель - график</a:t>
            </a:r>
          </a:p>
          <a:p>
            <a:r>
              <a:rPr lang="ru-RU" sz="1800" dirty="0"/>
              <a:t>Нижняя панель - масштабирование и очистка</a:t>
            </a:r>
          </a:p>
          <a:p>
            <a:r>
              <a:rPr lang="en" sz="1800" dirty="0" err="1"/>
              <a:t>QHBoxLayout</a:t>
            </a:r>
            <a:r>
              <a:rPr lang="en" sz="1800" dirty="0"/>
              <a:t> + </a:t>
            </a:r>
            <a:r>
              <a:rPr lang="en" sz="1800" dirty="0" err="1"/>
              <a:t>QVBoxLayout</a:t>
            </a:r>
            <a:endParaRPr lang="en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488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19AC93-E5B6-07D1-FE5F-E0394AA07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Виджет функции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79817D0-A167-7CED-2816-A981E3D4634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Цветной индикатор</a:t>
            </a:r>
          </a:p>
          <a:p>
            <a:r>
              <a:rPr lang="ru-RU" dirty="0"/>
              <a:t>Поле для ввода формулы</a:t>
            </a:r>
          </a:p>
          <a:p>
            <a:r>
              <a:rPr lang="ru-RU" dirty="0"/>
              <a:t>Кнопка удаления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AB323C9-C873-2AA1-37B9-9BE5B2A34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9978" y="633414"/>
            <a:ext cx="6470468" cy="5591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036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C8CAAC-FA0E-901D-A147-85B2FB599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Навигация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9F387935-D6FE-4728-093F-C55B286C9B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37125" y="1157725"/>
            <a:ext cx="6594475" cy="4912438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910CE43D-61AF-7D2E-8D3B-9BB47B844E1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" dirty="0"/>
              <a:t>Zoom In/Out</a:t>
            </a:r>
          </a:p>
          <a:p>
            <a:r>
              <a:rPr lang="ru-RU" dirty="0"/>
              <a:t>Центрирование</a:t>
            </a:r>
          </a:p>
          <a:p>
            <a:r>
              <a:rPr lang="ru-RU" dirty="0"/>
              <a:t>Перетаскивание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45895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70DE38-FEA8-0AA9-5CD9-FD3DAAC8B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графиков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87672F0-518A-6588-A98B-47103B3DC5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37125" y="1299918"/>
            <a:ext cx="6980657" cy="4899075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8C3DBDD0-F2FA-A1FC-C809-F9E0D987AE2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20,000 точек</a:t>
            </a:r>
          </a:p>
          <a:p>
            <a:r>
              <a:rPr lang="en-US" dirty="0"/>
              <a:t>eval()  </a:t>
            </a:r>
            <a:r>
              <a:rPr lang="ru-RU" dirty="0"/>
              <a:t>для вычислений</a:t>
            </a:r>
            <a:endParaRPr lang="en" dirty="0"/>
          </a:p>
          <a:p>
            <a:r>
              <a:rPr lang="en" dirty="0"/>
              <a:t>try/except </a:t>
            </a:r>
            <a:r>
              <a:rPr lang="ru-RU" dirty="0"/>
              <a:t>для обработки ошибок</a:t>
            </a:r>
          </a:p>
        </p:txBody>
      </p:sp>
    </p:spTree>
    <p:extLst>
      <p:ext uri="{BB962C8B-B14F-4D97-AF65-F5344CB8AC3E}">
        <p14:creationId xmlns:p14="http://schemas.microsoft.com/office/powerpoint/2010/main" val="821335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BBBC54-650E-3FD6-3E21-07A5DF6B9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1371600"/>
            <a:ext cx="3859396" cy="1451723"/>
          </a:xfrm>
        </p:spPr>
        <p:txBody>
          <a:bodyPr/>
          <a:lstStyle/>
          <a:p>
            <a:r>
              <a:rPr lang="ru-RU" dirty="0"/>
              <a:t>Добавление/уда-</a:t>
            </a:r>
            <a:r>
              <a:rPr lang="ru-RU" dirty="0" err="1"/>
              <a:t>ление</a:t>
            </a:r>
            <a:r>
              <a:rPr lang="ru-RU" dirty="0"/>
              <a:t> графиков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CEA8A412-2BCD-2B1C-4F4B-2B43B9481D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37125" y="2442198"/>
            <a:ext cx="6594475" cy="2343491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E2EAFB9B-25DE-A69A-2B31-B027A7E09A2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	</a:t>
            </a:r>
            <a:endParaRPr lang="ru-RU" dirty="0"/>
          </a:p>
        </p:txBody>
      </p:sp>
      <p:sp>
        <p:nvSpPr>
          <p:cNvPr id="7" name="Текст 3">
            <a:extLst>
              <a:ext uri="{FF2B5EF4-FFF2-40B4-BE49-F238E27FC236}">
                <a16:creationId xmlns:a16="http://schemas.microsoft.com/office/drawing/2014/main" id="{35074A96-598E-8D56-2217-84B4A0B98542}"/>
              </a:ext>
            </a:extLst>
          </p:cNvPr>
          <p:cNvSpPr txBox="1">
            <a:spLocks/>
          </p:cNvSpPr>
          <p:nvPr/>
        </p:nvSpPr>
        <p:spPr>
          <a:xfrm>
            <a:off x="792480" y="3124568"/>
            <a:ext cx="3859397" cy="32268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Автоматический подбор цвета</a:t>
            </a:r>
          </a:p>
          <a:p>
            <a:r>
              <a:rPr lang="ru-RU" dirty="0"/>
              <a:t>Кнопка добавления функций</a:t>
            </a:r>
          </a:p>
          <a:p>
            <a:r>
              <a:rPr lang="ru-RU" dirty="0"/>
              <a:t>Удаление функций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50849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587407-1093-A7ED-8B3D-C96D11A86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функций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AF4ADA9-1BB5-0004-6CE4-1231F56708D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854F34A-4380-25CF-49C4-ABEAB6EA5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477" y="1514215"/>
            <a:ext cx="6427424" cy="4402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328704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84</Words>
  <Application>Microsoft Macintosh PowerPoint</Application>
  <PresentationFormat>Широкоэкранный</PresentationFormat>
  <Paragraphs>30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Grandview Display</vt:lpstr>
      <vt:lpstr>DashVTI</vt:lpstr>
      <vt:lpstr>Графический калькулятор на Python</vt:lpstr>
      <vt:lpstr>Используемые библиотеки</vt:lpstr>
      <vt:lpstr>Интерфейс</vt:lpstr>
      <vt:lpstr>Виджет функции</vt:lpstr>
      <vt:lpstr>Навигация</vt:lpstr>
      <vt:lpstr>Построение графиков</vt:lpstr>
      <vt:lpstr>Добавление/уда-ление графиков</vt:lpstr>
      <vt:lpstr>Примеры функций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Sasha Mazurov</dc:creator>
  <cp:lastModifiedBy>Sasha Mazurov</cp:lastModifiedBy>
  <cp:revision>1</cp:revision>
  <dcterms:created xsi:type="dcterms:W3CDTF">2025-11-17T22:45:28Z</dcterms:created>
  <dcterms:modified xsi:type="dcterms:W3CDTF">2025-11-18T14:34:13Z</dcterms:modified>
</cp:coreProperties>
</file>